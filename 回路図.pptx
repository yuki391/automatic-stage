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836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B7406D-8C35-07C0-CAAF-F3BD5BCA2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C6E25C0-F4B8-167D-1555-27A618083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F82746-9F53-7BA4-463E-E2B429C80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3B2E-C3CC-4D9C-B103-C80598FBFDF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B4747C-AEFD-F1EC-6A2C-0646C3B8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F0B86A-243F-F9C2-77F6-78A7F8B81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B79D-3614-4C89-8AF2-0DA4077EBF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2329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D2750E-AB48-4F67-E7B7-A9E00D8DE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3B36F2-54C0-BB9F-F4F3-27F0A8C88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DD7C25-5153-C84E-D4DC-3B5E776EB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3B2E-C3CC-4D9C-B103-C80598FBFDF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36D10A-63B7-3043-3112-4AD653A26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C576A5-1567-FAE7-D046-26DD5998F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B79D-3614-4C89-8AF2-0DA4077EBF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0908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23D4AE-964A-7727-9223-761398B8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DDA39AD-017D-8EA0-9CB7-868DFEB06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1CB502-A51C-143E-7CF8-A49EBA3BC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3B2E-C3CC-4D9C-B103-C80598FBFDF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9CA0D4-FADD-15EC-7311-355A7F08A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1CE9F3-8760-587C-D966-3429792D1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B79D-3614-4C89-8AF2-0DA4077EBF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421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58921A-E910-9CF5-B5D5-0A703B5C3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E0FBB4-1558-D8A0-9DAE-4DA8F0B19F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149B613-4517-B94C-441A-C237B8A33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2683BAA-5AE8-7FE9-D7B9-E86859458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3B2E-C3CC-4D9C-B103-C80598FBFDF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D894AD-194E-BF27-38A9-53112F474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2C24559-3C25-37FF-34C7-459C5F2DC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B79D-3614-4C89-8AF2-0DA4077EBF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2405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F46431-87D9-998C-BC16-93CBD33C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A6CCD5-E1B9-55A1-8ABC-BB3CD35CC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F618CA9-7850-5F78-764A-8D3FF48E0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710311F-0E70-B7A4-C8C1-249E235038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25DD5A1-CE89-4652-5041-0AC486E126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6FBBF22-7E0B-9693-F1B2-ADC7CABA5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3B2E-C3CC-4D9C-B103-C80598FBFDF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6904863-91D1-5B13-ED64-8417FC94E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55D233A-A400-3FC5-60F9-19DAC2962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B79D-3614-4C89-8AF2-0DA4077EBF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1520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7E186A-6DD8-E8E3-149F-5315E3535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9828883-559D-D685-B677-0EE3C8207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3B2E-C3CC-4D9C-B103-C80598FBFDF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E80744E-AC92-DB4E-DA1F-658D4D8B3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AA979DE-C4D1-D61A-46DD-27FBF5A84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B79D-3614-4C89-8AF2-0DA4077EBF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6163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8B0AAA-5565-D057-AA1B-87B90E537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3B2E-C3CC-4D9C-B103-C80598FBFDF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63BFE40-3884-240B-0A21-51275CCBA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B6C4B0-35D9-7857-C287-5CE179EC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B79D-3614-4C89-8AF2-0DA4077EBF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4358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37DC75-B71B-F336-7B9B-F014B69CA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0394BC-0CC7-2734-5F20-6C18202C8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C35C20D-A5E2-6B0E-0C77-C9B324B083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447829F-ECD3-1B70-AC83-3E3995068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3B2E-C3CC-4D9C-B103-C80598FBFDF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1B4390-AB07-4726-1F6B-4E9CC6CE4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9990DC9-A240-1009-3267-855CB586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B79D-3614-4C89-8AF2-0DA4077EBF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9400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1D6BCF-C61A-0EBA-6BE8-E2E1F645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E4236ED-889B-CAFF-FAE8-06AC59D3E7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980DDEC-791A-2552-2951-51CF9FD28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77FEACA-B79A-C23D-CC50-E0295C1E4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3B2E-C3CC-4D9C-B103-C80598FBFDF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49DAF1-4AA0-FAE2-4D23-BE0871F93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043932-E706-9C8D-5946-5C6FB3934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B79D-3614-4C89-8AF2-0DA4077EBF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21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546589-D570-3447-0D0D-3122BFC56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0B2771C-B7BE-32C9-9BF8-9E838EE56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D0691D-1753-8D2B-EEC1-C94FC83DA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3B2E-C3CC-4D9C-B103-C80598FBFDF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0CABA1-2BF8-BC04-13B3-C336C9E2B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C23427-C919-3E2A-4D8C-2E69DA6F8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B79D-3614-4C89-8AF2-0DA4077EBF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3635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B947052-DD46-0191-5811-4297C7D668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AD2CC92-FBB1-7FBC-5757-6B44A00D0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8306B9-2E79-63F2-569A-536DA55B2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3B2E-C3CC-4D9C-B103-C80598FBFDF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160732-3C88-AE62-A156-B34D46C01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BF40FE-563A-A6F5-D4DD-C394133FE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B79D-3614-4C89-8AF2-0DA4077EBF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3017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3D35CB6-C423-1D89-4F90-F275D37FD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3ACC49C-FA94-DAD9-64B4-BFBB6DE0D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2FA1C1-88AE-55BB-F312-236618340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D93B2E-C3CC-4D9C-B103-C80598FBFDFA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9380BC-9811-E995-7296-48807DFF7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CB3ECA-A99F-502F-8AAE-6FC0C35B9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81B79D-3614-4C89-8AF2-0DA4077EBF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2008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E30F8B92-3F71-29D1-C95C-4B972934DA53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2238375" y="1147762"/>
            <a:ext cx="2190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AA19921-EB97-13C3-4828-DD1043FB2854}"/>
              </a:ext>
            </a:extLst>
          </p:cNvPr>
          <p:cNvSpPr/>
          <p:nvPr/>
        </p:nvSpPr>
        <p:spPr>
          <a:xfrm>
            <a:off x="1266825" y="885824"/>
            <a:ext cx="971550" cy="52387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AC</a:t>
            </a:r>
            <a:br>
              <a:rPr kumimoji="1" lang="en-US" altLang="ja-JP" sz="1200" dirty="0"/>
            </a:br>
            <a:r>
              <a:rPr kumimoji="1" lang="ja-JP" altLang="en-US" sz="1200" dirty="0"/>
              <a:t>アダプター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A89AD7C-B49B-FF49-796A-79C5DA35A071}"/>
              </a:ext>
            </a:extLst>
          </p:cNvPr>
          <p:cNvSpPr/>
          <p:nvPr/>
        </p:nvSpPr>
        <p:spPr>
          <a:xfrm>
            <a:off x="2457450" y="885824"/>
            <a:ext cx="1528763" cy="52387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dirty="0"/>
              <a:t>非常停止</a:t>
            </a:r>
            <a:br>
              <a:rPr lang="en-US" altLang="ja-JP" sz="1600" dirty="0"/>
            </a:br>
            <a:r>
              <a:rPr lang="ja-JP" altLang="en-US" sz="1600" dirty="0"/>
              <a:t>ボタン</a:t>
            </a:r>
            <a:r>
              <a:rPr lang="en-US" altLang="ja-JP" sz="1600" dirty="0"/>
              <a:t>(NO)</a:t>
            </a:r>
            <a:endParaRPr kumimoji="1" lang="ja-JP" altLang="en-US" sz="1600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A6D8DC8-B24E-A813-5AAB-BD7DB923F329}"/>
              </a:ext>
            </a:extLst>
          </p:cNvPr>
          <p:cNvSpPr/>
          <p:nvPr/>
        </p:nvSpPr>
        <p:spPr>
          <a:xfrm>
            <a:off x="2457450" y="361949"/>
            <a:ext cx="1528763" cy="52387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dirty="0"/>
              <a:t>非常停止</a:t>
            </a:r>
            <a:br>
              <a:rPr lang="en-US" altLang="ja-JP" sz="1600" dirty="0"/>
            </a:br>
            <a:r>
              <a:rPr lang="ja-JP" altLang="en-US" sz="1600" dirty="0"/>
              <a:t>ボタン</a:t>
            </a:r>
            <a:r>
              <a:rPr lang="en-US" altLang="ja-JP" sz="1600" dirty="0"/>
              <a:t>(NC)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3331F96-14F9-8FBD-12E3-E5D9ACA2B068}"/>
              </a:ext>
            </a:extLst>
          </p:cNvPr>
          <p:cNvSpPr/>
          <p:nvPr/>
        </p:nvSpPr>
        <p:spPr>
          <a:xfrm>
            <a:off x="76200" y="885824"/>
            <a:ext cx="885825" cy="52387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AC</a:t>
            </a:r>
            <a:br>
              <a:rPr kumimoji="1" lang="en-US" altLang="ja-JP" dirty="0"/>
            </a:br>
            <a:r>
              <a:rPr kumimoji="1" lang="en-US" altLang="ja-JP" dirty="0"/>
              <a:t>100V</a:t>
            </a:r>
            <a:endParaRPr kumimoji="1" lang="ja-JP" altLang="en-US" dirty="0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553C14A3-9AB3-F7CC-37EA-CFC2A9929CE8}"/>
              </a:ext>
            </a:extLst>
          </p:cNvPr>
          <p:cNvCxnSpPr>
            <a:cxnSpLocks/>
            <a:stCxn id="17" idx="3"/>
            <a:endCxn id="6" idx="1"/>
          </p:cNvCxnSpPr>
          <p:nvPr/>
        </p:nvCxnSpPr>
        <p:spPr>
          <a:xfrm>
            <a:off x="962025" y="1147762"/>
            <a:ext cx="304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E6CE10B5-84E7-CBBD-669F-BEFE82D6062A}"/>
              </a:ext>
            </a:extLst>
          </p:cNvPr>
          <p:cNvCxnSpPr>
            <a:cxnSpLocks/>
            <a:stCxn id="27" idx="3"/>
            <a:endCxn id="13" idx="1"/>
          </p:cNvCxnSpPr>
          <p:nvPr/>
        </p:nvCxnSpPr>
        <p:spPr>
          <a:xfrm>
            <a:off x="2133599" y="623886"/>
            <a:ext cx="32385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215FEE1A-6607-7AEA-78AC-0868A5B8C0B1}"/>
              </a:ext>
            </a:extLst>
          </p:cNvPr>
          <p:cNvSpPr txBox="1"/>
          <p:nvPr/>
        </p:nvSpPr>
        <p:spPr>
          <a:xfrm>
            <a:off x="1428749" y="439220"/>
            <a:ext cx="70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/>
              <a:t>GND</a:t>
            </a:r>
            <a:endParaRPr kumimoji="1" lang="ja-JP" altLang="en-US" dirty="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B9D5D4A-E5FD-2096-3912-52CACF71A5C1}"/>
              </a:ext>
            </a:extLst>
          </p:cNvPr>
          <p:cNvSpPr/>
          <p:nvPr/>
        </p:nvSpPr>
        <p:spPr>
          <a:xfrm>
            <a:off x="6617177" y="1914525"/>
            <a:ext cx="2879248" cy="377666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6259B01-F096-45A3-E164-A9F21931002E}"/>
              </a:ext>
            </a:extLst>
          </p:cNvPr>
          <p:cNvSpPr txBox="1"/>
          <p:nvPr/>
        </p:nvSpPr>
        <p:spPr>
          <a:xfrm>
            <a:off x="6626699" y="501491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I-PC</a:t>
            </a:r>
            <a:endParaRPr kumimoji="1" lang="ja-JP" altLang="en-US" dirty="0"/>
          </a:p>
        </p:txBody>
      </p: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5BA935B9-1017-E509-9F92-611FA4A6160C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>
            <a:off x="3986213" y="623887"/>
            <a:ext cx="2640486" cy="297608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5683673D-1F78-FCCA-5DE2-384A0C704FDC}"/>
              </a:ext>
            </a:extLst>
          </p:cNvPr>
          <p:cNvSpPr txBox="1"/>
          <p:nvPr/>
        </p:nvSpPr>
        <p:spPr>
          <a:xfrm>
            <a:off x="6626699" y="4523305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I-00</a:t>
            </a:r>
            <a:endParaRPr kumimoji="1" lang="ja-JP" altLang="en-US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1629BBE5-F920-490D-3A0A-DA1A25C54AD0}"/>
              </a:ext>
            </a:extLst>
          </p:cNvPr>
          <p:cNvSpPr txBox="1"/>
          <p:nvPr/>
        </p:nvSpPr>
        <p:spPr>
          <a:xfrm>
            <a:off x="6626699" y="4153973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I-01</a:t>
            </a:r>
            <a:endParaRPr kumimoji="1" lang="ja-JP" altLang="en-US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334D011-1FD3-B4E1-23E8-FE5B3EF411D9}"/>
              </a:ext>
            </a:extLst>
          </p:cNvPr>
          <p:cNvSpPr txBox="1"/>
          <p:nvPr/>
        </p:nvSpPr>
        <p:spPr>
          <a:xfrm>
            <a:off x="6626699" y="3784641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I-02</a:t>
            </a:r>
            <a:endParaRPr kumimoji="1" lang="ja-JP" altLang="en-US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3CB0DCF-E6D8-9F84-D72A-8CB32875E920}"/>
              </a:ext>
            </a:extLst>
          </p:cNvPr>
          <p:cNvSpPr txBox="1"/>
          <p:nvPr/>
        </p:nvSpPr>
        <p:spPr>
          <a:xfrm>
            <a:off x="6626699" y="3415309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I-03</a:t>
            </a:r>
            <a:endParaRPr kumimoji="1" lang="ja-JP" altLang="en-US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8CAF9180-C83B-9377-9D70-6B77F8C0C62E}"/>
              </a:ext>
            </a:extLst>
          </p:cNvPr>
          <p:cNvSpPr txBox="1"/>
          <p:nvPr/>
        </p:nvSpPr>
        <p:spPr>
          <a:xfrm>
            <a:off x="6786562" y="1545193"/>
            <a:ext cx="2181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入出力ターミナル</a:t>
            </a:r>
            <a:endParaRPr kumimoji="1" lang="ja-JP" altLang="en-US" dirty="0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A334BC70-2607-99C7-1BAD-5ED6974B5A16}"/>
              </a:ext>
            </a:extLst>
          </p:cNvPr>
          <p:cNvSpPr/>
          <p:nvPr/>
        </p:nvSpPr>
        <p:spPr>
          <a:xfrm>
            <a:off x="3052763" y="1931430"/>
            <a:ext cx="971550" cy="52387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SMPS2</a:t>
            </a:r>
            <a:endParaRPr kumimoji="1" lang="ja-JP" altLang="en-US" dirty="0"/>
          </a:p>
        </p:txBody>
      </p:sp>
      <p:cxnSp>
        <p:nvCxnSpPr>
          <p:cNvPr id="41" name="コネクタ: カギ線 40">
            <a:extLst>
              <a:ext uri="{FF2B5EF4-FFF2-40B4-BE49-F238E27FC236}">
                <a16:creationId xmlns:a16="http://schemas.microsoft.com/office/drawing/2014/main" id="{C220946D-0B32-17D1-EE4D-D31FA4CDE6FB}"/>
              </a:ext>
            </a:extLst>
          </p:cNvPr>
          <p:cNvCxnSpPr>
            <a:cxnSpLocks/>
            <a:stCxn id="10" idx="3"/>
            <a:endCxn id="40" idx="3"/>
          </p:cNvCxnSpPr>
          <p:nvPr/>
        </p:nvCxnSpPr>
        <p:spPr>
          <a:xfrm>
            <a:off x="3986213" y="1147762"/>
            <a:ext cx="38100" cy="1045606"/>
          </a:xfrm>
          <a:prstGeom prst="bentConnector3">
            <a:avLst>
              <a:gd name="adj1" fmla="val 70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E48608BE-94DF-861E-6EFC-6D6321C3D0EF}"/>
              </a:ext>
            </a:extLst>
          </p:cNvPr>
          <p:cNvSpPr/>
          <p:nvPr/>
        </p:nvSpPr>
        <p:spPr>
          <a:xfrm>
            <a:off x="3052763" y="2804398"/>
            <a:ext cx="971550" cy="52387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U2D2</a:t>
            </a:r>
            <a:endParaRPr kumimoji="1" lang="ja-JP" altLang="en-US" dirty="0"/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AAA749F3-E63F-DE8D-D40E-27AB3C73FF1E}"/>
              </a:ext>
            </a:extLst>
          </p:cNvPr>
          <p:cNvCxnSpPr>
            <a:cxnSpLocks/>
            <a:stCxn id="40" idx="2"/>
            <a:endCxn id="46" idx="0"/>
          </p:cNvCxnSpPr>
          <p:nvPr/>
        </p:nvCxnSpPr>
        <p:spPr>
          <a:xfrm>
            <a:off x="3538538" y="2455305"/>
            <a:ext cx="0" cy="3490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E8AB3C42-4A80-6BAE-46E6-14A291AED0F9}"/>
              </a:ext>
            </a:extLst>
          </p:cNvPr>
          <p:cNvSpPr/>
          <p:nvPr/>
        </p:nvSpPr>
        <p:spPr>
          <a:xfrm>
            <a:off x="3052763" y="3654506"/>
            <a:ext cx="971550" cy="52387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PC</a:t>
            </a:r>
            <a:endParaRPr kumimoji="1" lang="ja-JP" altLang="en-US" dirty="0"/>
          </a:p>
        </p:txBody>
      </p: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2FF42BB8-A4B8-D2EF-CDD8-AF4A58D888E8}"/>
              </a:ext>
            </a:extLst>
          </p:cNvPr>
          <p:cNvCxnSpPr>
            <a:cxnSpLocks/>
            <a:stCxn id="46" idx="2"/>
            <a:endCxn id="51" idx="0"/>
          </p:cNvCxnSpPr>
          <p:nvPr/>
        </p:nvCxnSpPr>
        <p:spPr>
          <a:xfrm>
            <a:off x="3538538" y="3328273"/>
            <a:ext cx="0" cy="3262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D01ED22B-B30B-1C6A-D91B-F053ABB6E550}"/>
              </a:ext>
            </a:extLst>
          </p:cNvPr>
          <p:cNvSpPr/>
          <p:nvPr/>
        </p:nvSpPr>
        <p:spPr>
          <a:xfrm>
            <a:off x="1014412" y="1931430"/>
            <a:ext cx="1114425" cy="52387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Y</a:t>
            </a:r>
            <a:r>
              <a:rPr kumimoji="1" lang="ja-JP" altLang="en-US" sz="1600" dirty="0"/>
              <a:t>軸</a:t>
            </a:r>
            <a:br>
              <a:rPr kumimoji="1" lang="en-US" altLang="ja-JP" sz="1600" dirty="0"/>
            </a:br>
            <a:r>
              <a:rPr kumimoji="1" lang="ja-JP" altLang="en-US" sz="1600" dirty="0"/>
              <a:t>モーター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140142C3-3F54-E6A0-EBEC-33F946A51A81}"/>
              </a:ext>
            </a:extLst>
          </p:cNvPr>
          <p:cNvSpPr/>
          <p:nvPr/>
        </p:nvSpPr>
        <p:spPr>
          <a:xfrm>
            <a:off x="1014412" y="2719983"/>
            <a:ext cx="1114425" cy="52387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X</a:t>
            </a:r>
            <a:r>
              <a:rPr kumimoji="1" lang="ja-JP" altLang="en-US" sz="1600" dirty="0"/>
              <a:t>軸</a:t>
            </a:r>
            <a:br>
              <a:rPr kumimoji="1" lang="en-US" altLang="ja-JP" sz="1600" dirty="0"/>
            </a:br>
            <a:r>
              <a:rPr kumimoji="1" lang="ja-JP" altLang="en-US" sz="1600" dirty="0"/>
              <a:t>モーター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8BE9A119-87FA-8E96-7E87-8BDDE4B58390}"/>
              </a:ext>
            </a:extLst>
          </p:cNvPr>
          <p:cNvSpPr/>
          <p:nvPr/>
        </p:nvSpPr>
        <p:spPr>
          <a:xfrm>
            <a:off x="1014412" y="3508536"/>
            <a:ext cx="1114425" cy="52387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Z</a:t>
            </a:r>
            <a:r>
              <a:rPr kumimoji="1" lang="ja-JP" altLang="en-US" sz="1600" dirty="0"/>
              <a:t>軸</a:t>
            </a:r>
            <a:br>
              <a:rPr kumimoji="1" lang="en-US" altLang="ja-JP" sz="1600" dirty="0"/>
            </a:br>
            <a:r>
              <a:rPr kumimoji="1" lang="ja-JP" altLang="en-US" sz="1600" dirty="0"/>
              <a:t>モーター</a:t>
            </a:r>
          </a:p>
        </p:txBody>
      </p: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E5A98149-AF2F-1657-43F4-64DA74694E93}"/>
              </a:ext>
            </a:extLst>
          </p:cNvPr>
          <p:cNvCxnSpPr>
            <a:cxnSpLocks/>
            <a:stCxn id="40" idx="1"/>
            <a:endCxn id="55" idx="3"/>
          </p:cNvCxnSpPr>
          <p:nvPr/>
        </p:nvCxnSpPr>
        <p:spPr>
          <a:xfrm flipH="1">
            <a:off x="2128837" y="2193368"/>
            <a:ext cx="92392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B3FB4F1E-5D5E-E0FD-FC01-3FFC4F0FCF2B}"/>
              </a:ext>
            </a:extLst>
          </p:cNvPr>
          <p:cNvCxnSpPr>
            <a:cxnSpLocks/>
            <a:stCxn id="56" idx="0"/>
            <a:endCxn id="55" idx="2"/>
          </p:cNvCxnSpPr>
          <p:nvPr/>
        </p:nvCxnSpPr>
        <p:spPr>
          <a:xfrm flipV="1">
            <a:off x="1571625" y="2455305"/>
            <a:ext cx="0" cy="2646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8EFF80B0-A96A-9FF8-0B29-A2587B41C09C}"/>
              </a:ext>
            </a:extLst>
          </p:cNvPr>
          <p:cNvCxnSpPr>
            <a:cxnSpLocks/>
            <a:stCxn id="57" idx="0"/>
            <a:endCxn id="56" idx="2"/>
          </p:cNvCxnSpPr>
          <p:nvPr/>
        </p:nvCxnSpPr>
        <p:spPr>
          <a:xfrm flipV="1">
            <a:off x="1571625" y="3243858"/>
            <a:ext cx="0" cy="2646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495C7462-C6B0-5DD2-1AEB-30C2847F5B9F}"/>
              </a:ext>
            </a:extLst>
          </p:cNvPr>
          <p:cNvSpPr/>
          <p:nvPr/>
        </p:nvSpPr>
        <p:spPr>
          <a:xfrm>
            <a:off x="1067673" y="5336018"/>
            <a:ext cx="1955007" cy="52387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X</a:t>
            </a:r>
            <a:r>
              <a:rPr kumimoji="1" lang="ja-JP" altLang="en-US" sz="1600" dirty="0"/>
              <a:t>軸</a:t>
            </a:r>
            <a:br>
              <a:rPr kumimoji="1" lang="en-US" altLang="ja-JP" sz="1600" dirty="0"/>
            </a:br>
            <a:r>
              <a:rPr kumimoji="1" lang="ja-JP" altLang="en-US" sz="1600" dirty="0"/>
              <a:t>リミットスイッチ</a:t>
            </a: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DA0ADF89-C944-97E6-5266-F090D7EC587D}"/>
              </a:ext>
            </a:extLst>
          </p:cNvPr>
          <p:cNvSpPr/>
          <p:nvPr/>
        </p:nvSpPr>
        <p:spPr>
          <a:xfrm>
            <a:off x="2790230" y="4387340"/>
            <a:ext cx="1955007" cy="52387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Y</a:t>
            </a:r>
            <a:r>
              <a:rPr kumimoji="1" lang="ja-JP" altLang="en-US" sz="1600" dirty="0"/>
              <a:t>軸</a:t>
            </a:r>
            <a:br>
              <a:rPr kumimoji="1" lang="en-US" altLang="ja-JP" sz="1600" dirty="0"/>
            </a:br>
            <a:r>
              <a:rPr kumimoji="1" lang="ja-JP" altLang="en-US" sz="1600" dirty="0"/>
              <a:t>リミットスイッチ</a:t>
            </a: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833AEF0C-C1B9-756E-1397-3AEF5553FC40}"/>
              </a:ext>
            </a:extLst>
          </p:cNvPr>
          <p:cNvSpPr/>
          <p:nvPr/>
        </p:nvSpPr>
        <p:spPr>
          <a:xfrm>
            <a:off x="3546065" y="6101411"/>
            <a:ext cx="1766123" cy="65162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/>
              <a:t>フットスイッチ</a:t>
            </a:r>
            <a:br>
              <a:rPr kumimoji="1" lang="en-US" altLang="ja-JP" sz="1600" dirty="0"/>
            </a:br>
            <a:r>
              <a:rPr kumimoji="1" lang="ja-JP" altLang="en-US" sz="1200" dirty="0"/>
              <a:t>（足踏みペダルで溶着機を操作したい場合）</a:t>
            </a:r>
            <a:endParaRPr kumimoji="1" lang="ja-JP" altLang="en-US" sz="1600" dirty="0"/>
          </a:p>
        </p:txBody>
      </p:sp>
      <p:cxnSp>
        <p:nvCxnSpPr>
          <p:cNvPr id="71" name="コネクタ: カギ線 70">
            <a:extLst>
              <a:ext uri="{FF2B5EF4-FFF2-40B4-BE49-F238E27FC236}">
                <a16:creationId xmlns:a16="http://schemas.microsoft.com/office/drawing/2014/main" id="{EFA4B1CE-339F-881C-B0BE-ABCA1F485EE3}"/>
              </a:ext>
            </a:extLst>
          </p:cNvPr>
          <p:cNvCxnSpPr>
            <a:cxnSpLocks/>
            <a:stCxn id="69" idx="3"/>
            <a:endCxn id="35" idx="1"/>
          </p:cNvCxnSpPr>
          <p:nvPr/>
        </p:nvCxnSpPr>
        <p:spPr>
          <a:xfrm flipV="1">
            <a:off x="4745237" y="3969307"/>
            <a:ext cx="1881462" cy="67997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68E98EBE-3B0B-6FD6-91C4-8B34A2EE31B4}"/>
              </a:ext>
            </a:extLst>
          </p:cNvPr>
          <p:cNvSpPr txBox="1"/>
          <p:nvPr/>
        </p:nvSpPr>
        <p:spPr>
          <a:xfrm>
            <a:off x="4711897" y="4642613"/>
            <a:ext cx="14192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白ケーブル</a:t>
            </a:r>
          </a:p>
        </p:txBody>
      </p: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E1042DAE-D862-EAB5-26ED-2A58513E5646}"/>
              </a:ext>
            </a:extLst>
          </p:cNvPr>
          <p:cNvCxnSpPr>
            <a:cxnSpLocks/>
            <a:stCxn id="108" idx="3"/>
            <a:endCxn id="68" idx="1"/>
          </p:cNvCxnSpPr>
          <p:nvPr/>
        </p:nvCxnSpPr>
        <p:spPr>
          <a:xfrm>
            <a:off x="708859" y="5597956"/>
            <a:ext cx="3588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D04F2F3D-87A4-F6B9-AB98-1019F6330FD3}"/>
              </a:ext>
            </a:extLst>
          </p:cNvPr>
          <p:cNvCxnSpPr>
            <a:cxnSpLocks/>
            <a:stCxn id="86" idx="3"/>
            <a:endCxn id="69" idx="1"/>
          </p:cNvCxnSpPr>
          <p:nvPr/>
        </p:nvCxnSpPr>
        <p:spPr>
          <a:xfrm flipV="1">
            <a:off x="2466575" y="4649278"/>
            <a:ext cx="323655" cy="42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1ED50286-1EE6-F297-3BB3-9D121C5E8BB3}"/>
              </a:ext>
            </a:extLst>
          </p:cNvPr>
          <p:cNvSpPr txBox="1"/>
          <p:nvPr/>
        </p:nvSpPr>
        <p:spPr>
          <a:xfrm>
            <a:off x="1761725" y="4468877"/>
            <a:ext cx="70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/>
              <a:t>GND</a:t>
            </a:r>
            <a:endParaRPr kumimoji="1" lang="ja-JP" altLang="en-US" dirty="0"/>
          </a:p>
        </p:txBody>
      </p:sp>
      <p:cxnSp>
        <p:nvCxnSpPr>
          <p:cNvPr id="88" name="コネクタ: カギ線 87">
            <a:extLst>
              <a:ext uri="{FF2B5EF4-FFF2-40B4-BE49-F238E27FC236}">
                <a16:creationId xmlns:a16="http://schemas.microsoft.com/office/drawing/2014/main" id="{852CBDB5-8ADF-6238-0299-5E84FA457FA4}"/>
              </a:ext>
            </a:extLst>
          </p:cNvPr>
          <p:cNvCxnSpPr>
            <a:cxnSpLocks/>
            <a:stCxn id="92" idx="1"/>
            <a:endCxn id="69" idx="2"/>
          </p:cNvCxnSpPr>
          <p:nvPr/>
        </p:nvCxnSpPr>
        <p:spPr>
          <a:xfrm rot="10800000">
            <a:off x="3767735" y="4911215"/>
            <a:ext cx="427877" cy="285454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C973E360-D5E5-608D-C52E-4798E51638E4}"/>
              </a:ext>
            </a:extLst>
          </p:cNvPr>
          <p:cNvSpPr txBox="1"/>
          <p:nvPr/>
        </p:nvSpPr>
        <p:spPr>
          <a:xfrm>
            <a:off x="4195611" y="5012003"/>
            <a:ext cx="1208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24V</a:t>
            </a:r>
            <a:endParaRPr kumimoji="1" lang="ja-JP" altLang="en-US" dirty="0"/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7E9B9D16-CEDD-039A-3269-266151D511D7}"/>
              </a:ext>
            </a:extLst>
          </p:cNvPr>
          <p:cNvSpPr txBox="1"/>
          <p:nvPr/>
        </p:nvSpPr>
        <p:spPr>
          <a:xfrm>
            <a:off x="3009901" y="4953790"/>
            <a:ext cx="8302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茶ケーブル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15FD7388-253C-1D44-2C8E-3FAA85663D63}"/>
              </a:ext>
            </a:extLst>
          </p:cNvPr>
          <p:cNvSpPr txBox="1"/>
          <p:nvPr/>
        </p:nvSpPr>
        <p:spPr>
          <a:xfrm>
            <a:off x="2025086" y="4345767"/>
            <a:ext cx="8302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青ケーブル</a:t>
            </a:r>
          </a:p>
        </p:txBody>
      </p:sp>
      <p:cxnSp>
        <p:nvCxnSpPr>
          <p:cNvPr id="98" name="コネクタ: カギ線 97">
            <a:extLst>
              <a:ext uri="{FF2B5EF4-FFF2-40B4-BE49-F238E27FC236}">
                <a16:creationId xmlns:a16="http://schemas.microsoft.com/office/drawing/2014/main" id="{31E4980B-050A-B03C-5DEE-E397F33CAF3C}"/>
              </a:ext>
            </a:extLst>
          </p:cNvPr>
          <p:cNvCxnSpPr>
            <a:cxnSpLocks/>
            <a:stCxn id="68" idx="3"/>
            <a:endCxn id="34" idx="1"/>
          </p:cNvCxnSpPr>
          <p:nvPr/>
        </p:nvCxnSpPr>
        <p:spPr>
          <a:xfrm flipV="1">
            <a:off x="3022680" y="4338639"/>
            <a:ext cx="3604019" cy="1259317"/>
          </a:xfrm>
          <a:prstGeom prst="bentConnector3">
            <a:avLst>
              <a:gd name="adj1" fmla="val 7713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コネクタ: カギ線 102">
            <a:extLst>
              <a:ext uri="{FF2B5EF4-FFF2-40B4-BE49-F238E27FC236}">
                <a16:creationId xmlns:a16="http://schemas.microsoft.com/office/drawing/2014/main" id="{1EB2A771-19B1-F9C6-33F1-BC537A994DBB}"/>
              </a:ext>
            </a:extLst>
          </p:cNvPr>
          <p:cNvCxnSpPr>
            <a:cxnSpLocks/>
            <a:stCxn id="104" idx="1"/>
            <a:endCxn id="68" idx="2"/>
          </p:cNvCxnSpPr>
          <p:nvPr/>
        </p:nvCxnSpPr>
        <p:spPr>
          <a:xfrm rot="10800000">
            <a:off x="2045177" y="5859894"/>
            <a:ext cx="247966" cy="211523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B1F73BC2-2307-ABF0-D292-D153A6F5CC19}"/>
              </a:ext>
            </a:extLst>
          </p:cNvPr>
          <p:cNvSpPr txBox="1"/>
          <p:nvPr/>
        </p:nvSpPr>
        <p:spPr>
          <a:xfrm>
            <a:off x="2293143" y="5886750"/>
            <a:ext cx="1208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24V</a:t>
            </a:r>
            <a:endParaRPr kumimoji="1" lang="ja-JP" altLang="en-US" dirty="0"/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B7536FB2-FB8F-6DC2-6D60-D83660394DE8}"/>
              </a:ext>
            </a:extLst>
          </p:cNvPr>
          <p:cNvSpPr txBox="1"/>
          <p:nvPr/>
        </p:nvSpPr>
        <p:spPr>
          <a:xfrm>
            <a:off x="1253501" y="5888256"/>
            <a:ext cx="8302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茶ケーブル</a:t>
            </a:r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3B937F3E-720B-6AA7-D53E-64A98F5112CF}"/>
              </a:ext>
            </a:extLst>
          </p:cNvPr>
          <p:cNvSpPr txBox="1"/>
          <p:nvPr/>
        </p:nvSpPr>
        <p:spPr>
          <a:xfrm>
            <a:off x="4009" y="5413290"/>
            <a:ext cx="70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/>
              <a:t>GND</a:t>
            </a:r>
            <a:endParaRPr kumimoji="1" lang="ja-JP" altLang="en-US" dirty="0"/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9A7E8ACB-889A-E680-B5F1-603FB92D9821}"/>
              </a:ext>
            </a:extLst>
          </p:cNvPr>
          <p:cNvSpPr txBox="1"/>
          <p:nvPr/>
        </p:nvSpPr>
        <p:spPr>
          <a:xfrm>
            <a:off x="341767" y="5299371"/>
            <a:ext cx="8302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青ケーブル</a:t>
            </a:r>
          </a:p>
        </p:txBody>
      </p: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52884D45-68C0-F82A-A167-3FB1536CA398}"/>
              </a:ext>
            </a:extLst>
          </p:cNvPr>
          <p:cNvSpPr txBox="1"/>
          <p:nvPr/>
        </p:nvSpPr>
        <p:spPr>
          <a:xfrm>
            <a:off x="3009901" y="5595604"/>
            <a:ext cx="14192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白ケーブル</a:t>
            </a:r>
          </a:p>
        </p:txBody>
      </p:sp>
      <p:cxnSp>
        <p:nvCxnSpPr>
          <p:cNvPr id="112" name="コネクタ: カギ線 111">
            <a:extLst>
              <a:ext uri="{FF2B5EF4-FFF2-40B4-BE49-F238E27FC236}">
                <a16:creationId xmlns:a16="http://schemas.microsoft.com/office/drawing/2014/main" id="{3BDD5037-6A44-544D-1389-BB8274265FEC}"/>
              </a:ext>
            </a:extLst>
          </p:cNvPr>
          <p:cNvCxnSpPr>
            <a:cxnSpLocks/>
            <a:stCxn id="70" idx="3"/>
            <a:endCxn id="33" idx="1"/>
          </p:cNvCxnSpPr>
          <p:nvPr/>
        </p:nvCxnSpPr>
        <p:spPr>
          <a:xfrm flipV="1">
            <a:off x="5312188" y="4707971"/>
            <a:ext cx="1314511" cy="171925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6381E814-6113-462D-DC5D-7A3D5128FA0D}"/>
              </a:ext>
            </a:extLst>
          </p:cNvPr>
          <p:cNvSpPr txBox="1"/>
          <p:nvPr/>
        </p:nvSpPr>
        <p:spPr>
          <a:xfrm>
            <a:off x="2676014" y="6242559"/>
            <a:ext cx="70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/>
              <a:t>GND</a:t>
            </a:r>
            <a:endParaRPr kumimoji="1" lang="ja-JP" altLang="en-US" dirty="0"/>
          </a:p>
        </p:txBody>
      </p:sp>
      <p:cxnSp>
        <p:nvCxnSpPr>
          <p:cNvPr id="123" name="直線コネクタ 122">
            <a:extLst>
              <a:ext uri="{FF2B5EF4-FFF2-40B4-BE49-F238E27FC236}">
                <a16:creationId xmlns:a16="http://schemas.microsoft.com/office/drawing/2014/main" id="{AF639525-53F2-D3B0-DDC6-BAEC96752487}"/>
              </a:ext>
            </a:extLst>
          </p:cNvPr>
          <p:cNvCxnSpPr>
            <a:cxnSpLocks/>
            <a:stCxn id="122" idx="3"/>
            <a:endCxn id="70" idx="1"/>
          </p:cNvCxnSpPr>
          <p:nvPr/>
        </p:nvCxnSpPr>
        <p:spPr>
          <a:xfrm>
            <a:off x="3380864" y="6427225"/>
            <a:ext cx="1652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コネクタ: カギ線 130">
            <a:extLst>
              <a:ext uri="{FF2B5EF4-FFF2-40B4-BE49-F238E27FC236}">
                <a16:creationId xmlns:a16="http://schemas.microsoft.com/office/drawing/2014/main" id="{EF255BFF-3429-EDFE-F67C-8386A59B2148}"/>
              </a:ext>
            </a:extLst>
          </p:cNvPr>
          <p:cNvCxnSpPr>
            <a:cxnSpLocks/>
            <a:stCxn id="134" idx="1"/>
            <a:endCxn id="29" idx="1"/>
          </p:cNvCxnSpPr>
          <p:nvPr/>
        </p:nvCxnSpPr>
        <p:spPr>
          <a:xfrm rot="10800000" flipH="1">
            <a:off x="6590005" y="5199580"/>
            <a:ext cx="36693" cy="983218"/>
          </a:xfrm>
          <a:prstGeom prst="bentConnector3">
            <a:avLst>
              <a:gd name="adj1" fmla="val -62300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テキスト ボックス 133">
            <a:extLst>
              <a:ext uri="{FF2B5EF4-FFF2-40B4-BE49-F238E27FC236}">
                <a16:creationId xmlns:a16="http://schemas.microsoft.com/office/drawing/2014/main" id="{798820AE-9238-9E14-357A-8F0FA487B2D3}"/>
              </a:ext>
            </a:extLst>
          </p:cNvPr>
          <p:cNvSpPr txBox="1"/>
          <p:nvPr/>
        </p:nvSpPr>
        <p:spPr>
          <a:xfrm>
            <a:off x="6590006" y="5998132"/>
            <a:ext cx="1208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24V</a:t>
            </a:r>
            <a:endParaRPr kumimoji="1" lang="ja-JP" altLang="en-US" dirty="0"/>
          </a:p>
        </p:txBody>
      </p: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8B117D6B-5FB3-1C25-406E-E7A0A05E8391}"/>
              </a:ext>
            </a:extLst>
          </p:cNvPr>
          <p:cNvSpPr txBox="1"/>
          <p:nvPr/>
        </p:nvSpPr>
        <p:spPr>
          <a:xfrm>
            <a:off x="9813126" y="2043708"/>
            <a:ext cx="603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24V</a:t>
            </a:r>
            <a:endParaRPr kumimoji="1" lang="ja-JP" altLang="en-US" dirty="0"/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D7C23354-9FD1-8EE5-CA0C-CFC57A5FF95B}"/>
              </a:ext>
            </a:extLst>
          </p:cNvPr>
          <p:cNvSpPr txBox="1"/>
          <p:nvPr/>
        </p:nvSpPr>
        <p:spPr>
          <a:xfrm>
            <a:off x="8739373" y="2719983"/>
            <a:ext cx="78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O-00</a:t>
            </a:r>
            <a:endParaRPr kumimoji="1" lang="ja-JP" altLang="en-US" dirty="0"/>
          </a:p>
        </p:txBody>
      </p:sp>
      <p:sp>
        <p:nvSpPr>
          <p:cNvPr id="138" name="テキスト ボックス 137">
            <a:extLst>
              <a:ext uri="{FF2B5EF4-FFF2-40B4-BE49-F238E27FC236}">
                <a16:creationId xmlns:a16="http://schemas.microsoft.com/office/drawing/2014/main" id="{43AA825E-02B3-735C-D569-B499A7A7FA66}"/>
              </a:ext>
            </a:extLst>
          </p:cNvPr>
          <p:cNvSpPr txBox="1"/>
          <p:nvPr/>
        </p:nvSpPr>
        <p:spPr>
          <a:xfrm>
            <a:off x="8739373" y="2043708"/>
            <a:ext cx="78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O-PC</a:t>
            </a:r>
            <a:endParaRPr kumimoji="1" lang="ja-JP" altLang="en-US" dirty="0"/>
          </a:p>
        </p:txBody>
      </p:sp>
      <p:sp>
        <p:nvSpPr>
          <p:cNvPr id="139" name="テキスト ボックス 138">
            <a:extLst>
              <a:ext uri="{FF2B5EF4-FFF2-40B4-BE49-F238E27FC236}">
                <a16:creationId xmlns:a16="http://schemas.microsoft.com/office/drawing/2014/main" id="{B36CF88D-D74E-B8FC-09D7-E94130757457}"/>
              </a:ext>
            </a:extLst>
          </p:cNvPr>
          <p:cNvSpPr txBox="1"/>
          <p:nvPr/>
        </p:nvSpPr>
        <p:spPr>
          <a:xfrm>
            <a:off x="8739373" y="5196669"/>
            <a:ext cx="78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O-NC</a:t>
            </a:r>
            <a:endParaRPr kumimoji="1" lang="ja-JP" altLang="en-US" dirty="0"/>
          </a:p>
        </p:txBody>
      </p:sp>
      <p:sp>
        <p:nvSpPr>
          <p:cNvPr id="140" name="テキスト ボックス 139">
            <a:extLst>
              <a:ext uri="{FF2B5EF4-FFF2-40B4-BE49-F238E27FC236}">
                <a16:creationId xmlns:a16="http://schemas.microsoft.com/office/drawing/2014/main" id="{8D685689-8072-3EA5-193B-14503B3E8066}"/>
              </a:ext>
            </a:extLst>
          </p:cNvPr>
          <p:cNvSpPr txBox="1"/>
          <p:nvPr/>
        </p:nvSpPr>
        <p:spPr>
          <a:xfrm>
            <a:off x="9982479" y="5196669"/>
            <a:ext cx="70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GND</a:t>
            </a:r>
            <a:endParaRPr kumimoji="1" lang="ja-JP" altLang="en-US" dirty="0"/>
          </a:p>
        </p:txBody>
      </p:sp>
      <p:cxnSp>
        <p:nvCxnSpPr>
          <p:cNvPr id="152" name="直線コネクタ 151">
            <a:extLst>
              <a:ext uri="{FF2B5EF4-FFF2-40B4-BE49-F238E27FC236}">
                <a16:creationId xmlns:a16="http://schemas.microsoft.com/office/drawing/2014/main" id="{72103E8B-C144-09F8-AE0A-C4E83D61D03B}"/>
              </a:ext>
            </a:extLst>
          </p:cNvPr>
          <p:cNvCxnSpPr>
            <a:cxnSpLocks/>
            <a:stCxn id="139" idx="3"/>
            <a:endCxn id="140" idx="1"/>
          </p:cNvCxnSpPr>
          <p:nvPr/>
        </p:nvCxnSpPr>
        <p:spPr>
          <a:xfrm>
            <a:off x="9523598" y="5381335"/>
            <a:ext cx="4588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直線コネクタ 156">
            <a:extLst>
              <a:ext uri="{FF2B5EF4-FFF2-40B4-BE49-F238E27FC236}">
                <a16:creationId xmlns:a16="http://schemas.microsoft.com/office/drawing/2014/main" id="{2888BD2C-11EB-691D-AE5C-6CAD2FEA2236}"/>
              </a:ext>
            </a:extLst>
          </p:cNvPr>
          <p:cNvCxnSpPr>
            <a:cxnSpLocks/>
            <a:stCxn id="138" idx="3"/>
            <a:endCxn id="136" idx="1"/>
          </p:cNvCxnSpPr>
          <p:nvPr/>
        </p:nvCxnSpPr>
        <p:spPr>
          <a:xfrm>
            <a:off x="9523598" y="2228374"/>
            <a:ext cx="2895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D9499C8E-8C01-D981-80D1-1E3A5A5462FA}"/>
              </a:ext>
            </a:extLst>
          </p:cNvPr>
          <p:cNvSpPr/>
          <p:nvPr/>
        </p:nvSpPr>
        <p:spPr>
          <a:xfrm>
            <a:off x="9412913" y="557073"/>
            <a:ext cx="1512262" cy="98812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4" name="テキスト ボックス 163">
            <a:extLst>
              <a:ext uri="{FF2B5EF4-FFF2-40B4-BE49-F238E27FC236}">
                <a16:creationId xmlns:a16="http://schemas.microsoft.com/office/drawing/2014/main" id="{B6A743BE-9056-22C0-7777-98376C7D923E}"/>
              </a:ext>
            </a:extLst>
          </p:cNvPr>
          <p:cNvSpPr txBox="1"/>
          <p:nvPr/>
        </p:nvSpPr>
        <p:spPr>
          <a:xfrm>
            <a:off x="9753038" y="195161"/>
            <a:ext cx="2181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溶着機</a:t>
            </a:r>
            <a:endParaRPr kumimoji="1" lang="ja-JP" altLang="en-US" dirty="0"/>
          </a:p>
        </p:txBody>
      </p:sp>
      <p:sp>
        <p:nvSpPr>
          <p:cNvPr id="165" name="テキスト ボックス 164">
            <a:extLst>
              <a:ext uri="{FF2B5EF4-FFF2-40B4-BE49-F238E27FC236}">
                <a16:creationId xmlns:a16="http://schemas.microsoft.com/office/drawing/2014/main" id="{4F1AF6F1-1192-B07E-835A-2F22C2CEE06B}"/>
              </a:ext>
            </a:extLst>
          </p:cNvPr>
          <p:cNvSpPr txBox="1"/>
          <p:nvPr/>
        </p:nvSpPr>
        <p:spPr>
          <a:xfrm>
            <a:off x="9430218" y="885824"/>
            <a:ext cx="645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12</a:t>
            </a:r>
            <a:endParaRPr kumimoji="1" lang="ja-JP" altLang="en-US" dirty="0"/>
          </a:p>
        </p:txBody>
      </p:sp>
      <p:sp>
        <p:nvSpPr>
          <p:cNvPr id="166" name="テキスト ボックス 165">
            <a:extLst>
              <a:ext uri="{FF2B5EF4-FFF2-40B4-BE49-F238E27FC236}">
                <a16:creationId xmlns:a16="http://schemas.microsoft.com/office/drawing/2014/main" id="{71AE010E-4CA2-0F87-3A2B-B56AEAE819F0}"/>
              </a:ext>
            </a:extLst>
          </p:cNvPr>
          <p:cNvSpPr txBox="1"/>
          <p:nvPr/>
        </p:nvSpPr>
        <p:spPr>
          <a:xfrm>
            <a:off x="10257582" y="885824"/>
            <a:ext cx="645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/>
              <a:t>11</a:t>
            </a:r>
            <a:endParaRPr kumimoji="1" lang="ja-JP" altLang="en-US" dirty="0"/>
          </a:p>
        </p:txBody>
      </p:sp>
      <p:cxnSp>
        <p:nvCxnSpPr>
          <p:cNvPr id="167" name="コネクタ: カギ線 166">
            <a:extLst>
              <a:ext uri="{FF2B5EF4-FFF2-40B4-BE49-F238E27FC236}">
                <a16:creationId xmlns:a16="http://schemas.microsoft.com/office/drawing/2014/main" id="{A7DE00D1-6BD5-4451-7E92-95FEEF335AF7}"/>
              </a:ext>
            </a:extLst>
          </p:cNvPr>
          <p:cNvCxnSpPr>
            <a:cxnSpLocks/>
            <a:stCxn id="166" idx="3"/>
            <a:endCxn id="137" idx="3"/>
          </p:cNvCxnSpPr>
          <p:nvPr/>
        </p:nvCxnSpPr>
        <p:spPr>
          <a:xfrm flipH="1">
            <a:off x="9523598" y="1070490"/>
            <a:ext cx="1379624" cy="1834159"/>
          </a:xfrm>
          <a:prstGeom prst="bentConnector3">
            <a:avLst>
              <a:gd name="adj1" fmla="val -1657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直線コネクタ 171">
            <a:extLst>
              <a:ext uri="{FF2B5EF4-FFF2-40B4-BE49-F238E27FC236}">
                <a16:creationId xmlns:a16="http://schemas.microsoft.com/office/drawing/2014/main" id="{D90FAF42-B953-05E0-F29F-ADEACC66A597}"/>
              </a:ext>
            </a:extLst>
          </p:cNvPr>
          <p:cNvCxnSpPr>
            <a:cxnSpLocks/>
            <a:stCxn id="175" idx="3"/>
            <a:endCxn id="165" idx="1"/>
          </p:cNvCxnSpPr>
          <p:nvPr/>
        </p:nvCxnSpPr>
        <p:spPr>
          <a:xfrm>
            <a:off x="9007239" y="1070490"/>
            <a:ext cx="4229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テキスト ボックス 174">
            <a:extLst>
              <a:ext uri="{FF2B5EF4-FFF2-40B4-BE49-F238E27FC236}">
                <a16:creationId xmlns:a16="http://schemas.microsoft.com/office/drawing/2014/main" id="{DC6EEE03-CEA5-018A-346C-D5B36B189100}"/>
              </a:ext>
            </a:extLst>
          </p:cNvPr>
          <p:cNvSpPr txBox="1"/>
          <p:nvPr/>
        </p:nvSpPr>
        <p:spPr>
          <a:xfrm>
            <a:off x="8403825" y="885824"/>
            <a:ext cx="603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24V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83032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92</Words>
  <Application>Microsoft Office PowerPoint</Application>
  <PresentationFormat>ワイド画面</PresentationFormat>
  <Paragraphs>41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稲葉 勇希</dc:creator>
  <cp:lastModifiedBy>稲葉 勇希</cp:lastModifiedBy>
  <cp:revision>2</cp:revision>
  <dcterms:created xsi:type="dcterms:W3CDTF">2026-06-27T10:12:07Z</dcterms:created>
  <dcterms:modified xsi:type="dcterms:W3CDTF">2026-06-27T12:13:42Z</dcterms:modified>
</cp:coreProperties>
</file>